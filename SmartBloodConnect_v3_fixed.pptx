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005840"/>
            <a:ext cx="3657600" cy="3657600"/>
          </a:xfrm>
          <a:prstGeom prst="ellipse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731520"/>
            <a:ext cx="2560320" cy="2560320"/>
          </a:xfrm>
          <a:prstGeom prst="ellipse">
            <a:avLst/>
          </a:prstGeom>
          <a:solidFill>
            <a:srgbClr val="162347"/>
          </a:solidFill>
          <a:ln w="12700">
            <a:solidFill>
              <a:srgbClr val="1623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Blood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02920" y="2487168"/>
            <a:ext cx="530352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78608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Blood Donor Portal for LPU Campus Community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1272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312724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Kumar (12529159)  ·  Podugu Avinash (12529188)  ·  Medabalini Sai Koti (12509121)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5478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354787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 |  Lovely Professional University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9684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396849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(JSP/Servlet)  ·  MySQL  ·  HTML  ·  CSS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3891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43891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Tarandeep Singh Walia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Purpose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972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Smart Blood Connect?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4663440" cy="3218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web portal built exclusively for the LPU campus community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blood donors and recipients within LPU — hostel-wise and department-wise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Two-module system: Admin manages donors &amp; requests; Users register and search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voluntary donation with Campus Hospital and NSS collaboration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digital PDF certificates for every registered donor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emergency response time with a centralized, always-on donor registry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005840"/>
            <a:ext cx="1572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60720" y="1005840"/>
            <a:ext cx="15727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17043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760720" y="17190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33872" y="2011680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User · Hospital · Cert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79792" y="1005840"/>
            <a:ext cx="1572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79792" y="1005840"/>
            <a:ext cx="157276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1170432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79792" y="17190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52944" y="2011680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DB always online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2944368"/>
            <a:ext cx="1572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60720" y="2944368"/>
            <a:ext cx="1572768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310896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760720" y="36576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Only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33872" y="3950208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Exclusively for LPU community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79792" y="2944368"/>
            <a:ext cx="1572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79792" y="2944368"/>
            <a:ext cx="1572768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310896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479792" y="36576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52944" y="3950208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certificates auto-generated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at LPU Campus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25196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88720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7864" y="1207008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Platform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1682496"/>
            <a:ext cx="3886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755648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internal system to manage blood donor information among LPU students, faculty, and staff.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846320" y="1005840"/>
            <a:ext cx="425196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1188720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23444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32704" y="1207008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Location Tracking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029200" y="1682496"/>
            <a:ext cx="3886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0" y="1755648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hostel-wise donor categorization makes locating a nearby donor during emergencies extremely difficult.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11480" y="2962656"/>
            <a:ext cx="425196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4360" y="3145536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9125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97864" y="316382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Hospital Coordination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94360" y="3639312"/>
            <a:ext cx="3886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94360" y="3712464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collaboration with the LPU Campus Hospital to promote voluntary blood donation awareness.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846320" y="2962656"/>
            <a:ext cx="425196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0" y="3145536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191256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32704" y="316382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Recognition System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5029200" y="3639312"/>
            <a:ext cx="3886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029200" y="3712464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certificate or reward mechanism to encourage students and staff to register as regular blood donors.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aims to achieve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777240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777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07592" y="1143000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Donor Portal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07592" y="1481328"/>
            <a:ext cx="32004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15361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blood donor portal exclusively for LPU students, faculty, and staff.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05840"/>
            <a:ext cx="777240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777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742432" y="1143000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Hostel-Wise Database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42432" y="1481328"/>
            <a:ext cx="32004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15361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comprehensive hostel-wise and department-wise blood group registry.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340864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340864"/>
            <a:ext cx="777240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40864"/>
            <a:ext cx="777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07592" y="2478024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307592" y="2816352"/>
            <a:ext cx="32004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7592" y="287121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PDF certificates for all registered donors as recognition and motivation.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340864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340864"/>
            <a:ext cx="777240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40864"/>
            <a:ext cx="777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42432" y="2478024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&amp; NSS Collaboration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42432" y="2816352"/>
            <a:ext cx="32004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42432" y="287121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LPU Campus Hospital and NSS for donation drives, seminars, and UMS alerts.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3675888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675888"/>
            <a:ext cx="777240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675888"/>
            <a:ext cx="777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307592" y="381304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Emergency Access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307592" y="4151376"/>
            <a:ext cx="32004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07592" y="42062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 quick, location-based donor search and approved emergency blood requests.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3675888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675888"/>
            <a:ext cx="777240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675888"/>
            <a:ext cx="777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742432" y="381304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 &amp; User Modules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742432" y="4151376"/>
            <a:ext cx="32004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42432" y="42062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separate role-based interfaces with a clean, secure, easy-to-use design.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included in this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64008" cy="69494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143000"/>
            <a:ext cx="420624" cy="42062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9786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10789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749040" y="1115568"/>
            <a:ext cx="27432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58768" y="107899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 students, faculty, and staff only — campus-only access by default.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1480" y="1773936"/>
            <a:ext cx="8321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" y="1773936"/>
            <a:ext cx="64008" cy="6949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" y="1911096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6596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33856" y="18470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Hostel-Wise Organisation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749040" y="1883664"/>
            <a:ext cx="27432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58768" y="184708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are tagged by their hostel block for quick location-based matching during emergencies.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11480" y="2542032"/>
            <a:ext cx="8321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11480" y="2542032"/>
            <a:ext cx="64008" cy="6949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66928" y="2679192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734056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33856" y="2615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 Database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3749040" y="2651760"/>
            <a:ext cx="27432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858768" y="261518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recording blood groups, contact details, availability status, and full donation history.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11480" y="3310128"/>
            <a:ext cx="8321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11480" y="3310128"/>
            <a:ext cx="64008" cy="6949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66928" y="3447288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502152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33856" y="3383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Certification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3749040" y="3419856"/>
            <a:ext cx="27432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858768" y="3383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registered donors receive a downloadable digital PDF certificate auto-generated by the system.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411480" y="4078224"/>
            <a:ext cx="8321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11480" y="4078224"/>
            <a:ext cx="64008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66928" y="4215384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270248"/>
            <a:ext cx="310896" cy="31089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133856" y="41513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&amp; NGO Collaboration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3749040" y="4187952"/>
            <a:ext cx="27432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858768" y="415137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 Campus Hospital and NSS support all awareness activities — seminars, posters, and UMS notifications.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powering Smart Blood Connect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267004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24128"/>
            <a:ext cx="2670048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25296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20700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4358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33272" y="1188720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4360" y="1645920"/>
            <a:ext cx="23225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94360" y="1883664"/>
            <a:ext cx="230428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94360" y="1920240"/>
            <a:ext cx="23225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portal UI with clean forms, search, and certificate download pages.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27832" y="1024128"/>
            <a:ext cx="267004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27832" y="1024128"/>
            <a:ext cx="2670048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1225296"/>
            <a:ext cx="329184" cy="32918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392424" y="1207008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4358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49624" y="1188720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(JSP/Servlet)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410712" y="1645920"/>
            <a:ext cx="23225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410712" y="1883664"/>
            <a:ext cx="230428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410712" y="1920240"/>
            <a:ext cx="23225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request handling, session management, donor matching logic.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044184" y="1024128"/>
            <a:ext cx="267004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044184" y="1024128"/>
            <a:ext cx="2670048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1225296"/>
            <a:ext cx="329184" cy="329184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208776" y="1207008"/>
            <a:ext cx="365760" cy="3657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1243584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65976" y="1188720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227064" y="1645920"/>
            <a:ext cx="23225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6227064" y="1883664"/>
            <a:ext cx="230428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227064" y="1920240"/>
            <a:ext cx="23225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 registry, hostel mapping, hospital events, and donation history.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411480" y="2980944"/>
            <a:ext cx="267004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411480" y="2980944"/>
            <a:ext cx="2670048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182112"/>
            <a:ext cx="329184" cy="329184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576072" y="3163824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" y="3200400"/>
            <a:ext cx="292608" cy="29260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033272" y="3145536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iText / JasperReports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594360" y="3602736"/>
            <a:ext cx="23225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594360" y="3840480"/>
            <a:ext cx="230428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594360" y="3877056"/>
            <a:ext cx="23225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signed PDF donor certificates on successful registration.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3227832" y="2980944"/>
            <a:ext cx="267004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3227832" y="2980944"/>
            <a:ext cx="267004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0712" y="3182112"/>
            <a:ext cx="329184" cy="329184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3392424" y="3163824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3200400"/>
            <a:ext cx="292608" cy="292608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3849624" y="3145536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JavaMail API</a:t>
            </a:r>
            <a:endParaRPr lang="en-US" sz="1300" dirty="0"/>
          </a:p>
        </p:txBody>
      </p:sp>
      <p:sp>
        <p:nvSpPr>
          <p:cNvPr id="47" name="Text 35"/>
          <p:cNvSpPr/>
          <p:nvPr/>
        </p:nvSpPr>
        <p:spPr>
          <a:xfrm>
            <a:off x="3410712" y="3602736"/>
            <a:ext cx="23225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900" dirty="0"/>
          </a:p>
        </p:txBody>
      </p:sp>
      <p:sp>
        <p:nvSpPr>
          <p:cNvPr id="48" name="Shape 36"/>
          <p:cNvSpPr/>
          <p:nvPr/>
        </p:nvSpPr>
        <p:spPr>
          <a:xfrm>
            <a:off x="3410712" y="3840480"/>
            <a:ext cx="230428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3410712" y="3877056"/>
            <a:ext cx="23225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 portal integration for automated awareness drive alerts and reminders.</a:t>
            </a:r>
            <a:endParaRPr lang="en-US" sz="1100" dirty="0"/>
          </a:p>
        </p:txBody>
      </p:sp>
      <p:sp>
        <p:nvSpPr>
          <p:cNvPr id="50" name="Shape 38"/>
          <p:cNvSpPr/>
          <p:nvPr/>
        </p:nvSpPr>
        <p:spPr>
          <a:xfrm>
            <a:off x="6044184" y="2980944"/>
            <a:ext cx="267004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51" name="Shape 39"/>
          <p:cNvSpPr/>
          <p:nvPr/>
        </p:nvSpPr>
        <p:spPr>
          <a:xfrm>
            <a:off x="6044184" y="2980944"/>
            <a:ext cx="267004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7064" y="3182112"/>
            <a:ext cx="329184" cy="329184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6208776" y="3163824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5352" y="3200400"/>
            <a:ext cx="292608" cy="292608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6665976" y="3145536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MySQL WB</a:t>
            </a:r>
            <a:endParaRPr lang="en-US" sz="1300" dirty="0"/>
          </a:p>
        </p:txBody>
      </p:sp>
      <p:sp>
        <p:nvSpPr>
          <p:cNvPr id="56" name="Text 42"/>
          <p:cNvSpPr/>
          <p:nvPr/>
        </p:nvSpPr>
        <p:spPr>
          <a:xfrm>
            <a:off x="6227064" y="3602736"/>
            <a:ext cx="23225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&amp; TOOLS</a:t>
            </a:r>
            <a:endParaRPr lang="en-US" sz="900" dirty="0"/>
          </a:p>
        </p:txBody>
      </p:sp>
      <p:sp>
        <p:nvSpPr>
          <p:cNvPr id="57" name="Shape 43"/>
          <p:cNvSpPr/>
          <p:nvPr/>
        </p:nvSpPr>
        <p:spPr>
          <a:xfrm>
            <a:off x="6227064" y="3840480"/>
            <a:ext cx="230428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44"/>
          <p:cNvSpPr/>
          <p:nvPr/>
        </p:nvSpPr>
        <p:spPr>
          <a:xfrm>
            <a:off x="6227064" y="3877056"/>
            <a:ext cx="23225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environment; MySQL Workbench for schema design and DB management.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breakdown of the portal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25196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4251960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10642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00584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1609344"/>
            <a:ext cx="39136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update / remove donor records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hostel-wise &amp; blood-group-wise lists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all blood requests after hospital check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and manage digital donor certificates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with Campus Hospital &amp; NSS for drives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46320" y="1005840"/>
            <a:ext cx="425196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005840"/>
            <a:ext cx="425196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10642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00584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1609344"/>
            <a:ext cx="39136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blood donor with LPU ID verification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profile, blood group, hostel, availability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donors by blood group and hostel block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blood — notified only after hospital approval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personal donor certificate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11480" y="3017520"/>
            <a:ext cx="425196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" y="3017520"/>
            <a:ext cx="425196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11810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01752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&amp; NGO Module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94360" y="3621024"/>
            <a:ext cx="39136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awareness seminars &amp; campus drives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emergency blood requests before donor alert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automated UMS portal notifications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approved health content on portal homepage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new donors registered via each awareness drive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846320" y="3017520"/>
            <a:ext cx="425196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3017520"/>
            <a:ext cx="4251960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118104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301752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Module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029200" y="3621024"/>
            <a:ext cx="39136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PDF certificate on registration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name, LPU ID, blood group, hostel, date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verify and reissue certificates if needed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recognition tool to motivate participation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development lifecycle for Smart Blood Connect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PHASES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335024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35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1792224"/>
            <a:ext cx="36576" cy="731520"/>
          </a:xfrm>
          <a:prstGeom prst="rect">
            <a:avLst/>
          </a:prstGeom>
          <a:solidFill>
            <a:srgbClr val="C8102E">
              <a:alpha val="40000"/>
            </a:srgbClr>
          </a:solidFill>
          <a:ln w="12700">
            <a:solidFill>
              <a:srgbClr val="C8102E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353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6696" y="1645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needs of LPU students, faculty, staff, and administration.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523744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2980944"/>
            <a:ext cx="36576" cy="731520"/>
          </a:xfrm>
          <a:prstGeom prst="rect">
            <a:avLst/>
          </a:prstGeom>
          <a:solidFill>
            <a:srgbClr val="C8102E">
              <a:alpha val="40000"/>
            </a:srgbClr>
          </a:solidFill>
          <a:ln w="12700">
            <a:solidFill>
              <a:srgbClr val="C8102E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2542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96696" y="2834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hostel-wise DB schema, hospital module, and certification workflow.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712464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6696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6696" y="4023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in Java (JSP/Servlet) and MySQL with modular architecture.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00584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BEYOND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335024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335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56632" y="1792224"/>
            <a:ext cx="36576" cy="731520"/>
          </a:xfrm>
          <a:prstGeom prst="rect">
            <a:avLst/>
          </a:prstGeom>
          <a:solidFill>
            <a:srgbClr val="C8102E">
              <a:alpha val="40000"/>
            </a:srgbClr>
          </a:solidFill>
          <a:ln w="12700">
            <a:solidFill>
              <a:srgbClr val="C8102E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1353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31536" y="1645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integration testing for all modules including emergency access.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523744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56632" y="2980944"/>
            <a:ext cx="36576" cy="731520"/>
          </a:xfrm>
          <a:prstGeom prst="rect">
            <a:avLst/>
          </a:prstGeom>
          <a:solidFill>
            <a:srgbClr val="C8102E">
              <a:alpha val="40000"/>
            </a:srgbClr>
          </a:solidFill>
          <a:ln w="12700">
            <a:solidFill>
              <a:srgbClr val="C8102E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31536" y="2542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31536" y="2834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on a lightweight Java server within the LPU intranet/web environment.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712464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31536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31536" y="4023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updates to donor database and campus hospital awareness event calendar.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— Smart Blood Connect portal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22960" cy="822960"/>
          </a:xfrm>
          <a:prstGeom prst="ellipse">
            <a:avLst/>
          </a:prstGeom>
          <a:solidFill>
            <a:srgbClr val="C8102E"/>
          </a:solidFill>
          <a:ln w="25400">
            <a:solidFill>
              <a:srgbClr val="8B0A1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35331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0665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46720" y="1188720"/>
            <a:ext cx="822960" cy="822960"/>
          </a:xfrm>
          <a:prstGeom prst="ellipse">
            <a:avLst/>
          </a:prstGeom>
          <a:solidFill>
            <a:srgbClr val="C8102E"/>
          </a:solidFill>
          <a:ln w="25400">
            <a:solidFill>
              <a:srgbClr val="8B0A1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35331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0" y="20665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91840" y="896112"/>
            <a:ext cx="2560320" cy="621792"/>
          </a:xfrm>
          <a:prstGeom prst="rect">
            <a:avLst/>
          </a:prstGeom>
          <a:solidFill>
            <a:srgbClr val="F1F5F9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83280" y="89611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91840" y="1737360"/>
            <a:ext cx="2560320" cy="621792"/>
          </a:xfrm>
          <a:prstGeom prst="rect">
            <a:avLst/>
          </a:prstGeom>
          <a:solidFill>
            <a:srgbClr val="F1F5F9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83280" y="173736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Donor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291840" y="2578608"/>
            <a:ext cx="2560320" cy="621792"/>
          </a:xfrm>
          <a:prstGeom prst="rect">
            <a:avLst/>
          </a:prstGeom>
          <a:solidFill>
            <a:srgbClr val="F1F5F9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83280" y="257860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291840" y="3419856"/>
            <a:ext cx="2560320" cy="621792"/>
          </a:xfrm>
          <a:prstGeom prst="rect">
            <a:avLst/>
          </a:prstGeom>
          <a:solidFill>
            <a:srgbClr val="F1F5F9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83280" y="341985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60120" y="4297680"/>
            <a:ext cx="2286000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8B0A1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60120" y="4297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 DB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40680" y="4297680"/>
            <a:ext cx="2286000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8B0A1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40680" y="4297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Database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 flipV="1">
            <a:off x="1097280" y="1078992"/>
            <a:ext cx="2194560" cy="52120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arrow"/>
          </a:ln>
        </p:spPr>
      </p:sp>
      <p:sp>
        <p:nvSpPr>
          <p:cNvPr id="24" name="Text 20"/>
          <p:cNvSpPr/>
          <p:nvPr/>
        </p:nvSpPr>
        <p:spPr>
          <a:xfrm>
            <a:off x="1554480" y="11567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BGs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097280" y="1600200"/>
            <a:ext cx="2194560" cy="32004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arrow"/>
          </a:ln>
        </p:spPr>
      </p:sp>
      <p:sp>
        <p:nvSpPr>
          <p:cNvPr id="26" name="Text 22"/>
          <p:cNvSpPr/>
          <p:nvPr/>
        </p:nvSpPr>
        <p:spPr>
          <a:xfrm>
            <a:off x="1554480" y="157734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Add/Update/Delete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 flipH="1">
            <a:off x="5852160" y="1600200"/>
            <a:ext cx="2606040" cy="125272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arrow"/>
          </a:ln>
        </p:spPr>
      </p:sp>
      <p:sp>
        <p:nvSpPr>
          <p:cNvPr id="28" name="Text 24"/>
          <p:cNvSpPr/>
          <p:nvPr/>
        </p:nvSpPr>
        <p:spPr>
          <a:xfrm>
            <a:off x="6515100" y="20436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Details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 flipH="1">
            <a:off x="5852160" y="1600200"/>
            <a:ext cx="2606040" cy="2093976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arrow"/>
          </a:ln>
        </p:spPr>
      </p:sp>
      <p:sp>
        <p:nvSpPr>
          <p:cNvPr id="30" name="Text 26"/>
          <p:cNvSpPr/>
          <p:nvPr/>
        </p:nvSpPr>
        <p:spPr>
          <a:xfrm>
            <a:off x="6515100" y="246430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Query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 flipH="1">
            <a:off x="2103120" y="1207008"/>
            <a:ext cx="2468880" cy="3090672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arrow"/>
          </a:ln>
        </p:spPr>
      </p:sp>
      <p:sp>
        <p:nvSpPr>
          <p:cNvPr id="32" name="Text 28"/>
          <p:cNvSpPr/>
          <p:nvPr/>
        </p:nvSpPr>
        <p:spPr>
          <a:xfrm>
            <a:off x="2697480" y="25694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BG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572000" y="2048256"/>
            <a:ext cx="2011680" cy="2249424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arrow"/>
          </a:ln>
        </p:spPr>
      </p:sp>
      <p:sp>
        <p:nvSpPr>
          <p:cNvPr id="34" name="Text 30"/>
          <p:cNvSpPr/>
          <p:nvPr/>
        </p:nvSpPr>
        <p:spPr>
          <a:xfrm>
            <a:off x="4937760" y="299008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Donor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572000" y="2889504"/>
            <a:ext cx="2011680" cy="1408176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arrow"/>
          </a:ln>
        </p:spPr>
      </p:sp>
      <p:sp>
        <p:nvSpPr>
          <p:cNvPr id="36" name="Text 32"/>
          <p:cNvSpPr/>
          <p:nvPr/>
        </p:nvSpPr>
        <p:spPr>
          <a:xfrm>
            <a:off x="4937760" y="341071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Donor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572000" y="3730752"/>
            <a:ext cx="2011680" cy="56692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arrow"/>
          </a:ln>
        </p:spPr>
      </p:sp>
      <p:sp>
        <p:nvSpPr>
          <p:cNvPr id="38" name="Text 34"/>
          <p:cNvSpPr/>
          <p:nvPr/>
        </p:nvSpPr>
        <p:spPr>
          <a:xfrm>
            <a:off x="4937760" y="38313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Donor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832104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Smart Blood Connect delivers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67004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2670048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1188720"/>
            <a:ext cx="402336" cy="40233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22529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120700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Web Portal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" y="1664208"/>
            <a:ext cx="230428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719072"/>
            <a:ext cx="232257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functional, LPU-exclusive blood donor web portal accessible 24/7.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27832" y="1005840"/>
            <a:ext cx="267004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27832" y="1005840"/>
            <a:ext cx="267004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92424" y="1188720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25296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86200" y="120700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Hostel-Wise Database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410712" y="1664208"/>
            <a:ext cx="230428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10712" y="1719072"/>
            <a:ext cx="232257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 DB organized hostel-wise for rapid, location-based emergency matching.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044184" y="1005840"/>
            <a:ext cx="267004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44184" y="1005840"/>
            <a:ext cx="2670048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08776" y="118872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225296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02552" y="120700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227064" y="1664208"/>
            <a:ext cx="230428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27064" y="1719072"/>
            <a:ext cx="232257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certificates issued to all registered donors, encouraging ongoing participation.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11480" y="2971800"/>
            <a:ext cx="267004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11480" y="2971800"/>
            <a:ext cx="267004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76072" y="315468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191256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69848" y="317296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Collaboration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594360" y="3630168"/>
            <a:ext cx="230428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94360" y="3685032"/>
            <a:ext cx="232257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NSS and LPU Campus Hospital partnership for campus-wide donation awareness.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3227832" y="2971800"/>
            <a:ext cx="267004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227832" y="2971800"/>
            <a:ext cx="267004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392424" y="315468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191256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886200" y="317296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Channel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3410712" y="3630168"/>
            <a:ext cx="230428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410712" y="3685032"/>
            <a:ext cx="232257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emergency channel for nearby hospitals to access LPU donor data in critical moments.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6044184" y="2971800"/>
            <a:ext cx="267004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3A8A">
                <a:alpha val="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044184" y="2971800"/>
            <a:ext cx="267004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6208776" y="3154680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191256"/>
            <a:ext cx="329184" cy="32918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702552" y="317296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Response Time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6227064" y="3630168"/>
            <a:ext cx="230428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6227064" y="3685032"/>
            <a:ext cx="232257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cut response time for locating a matching blood donor during emergencies.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32104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Blood Connect is a fully functional, campus-exclusive blood donor portal built on Java (JSP/Servlet) and MySQL. The project achieves all its core objectives — hostel-wise donor matching, hospital-approved emergency access, digital certificate generation, and NSS collaboration — demonstrating real-world Java web development for a meaningful community purpose.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2029968" cy="1024128"/>
          </a:xfrm>
          <a:prstGeom prst="rect">
            <a:avLst/>
          </a:prstGeom>
          <a:solidFill>
            <a:srgbClr val="1E2D5A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7393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3969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Campus-Focused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41401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LPU-exclusive donor registry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33472" y="1719072"/>
            <a:ext cx="2029968" cy="1024128"/>
          </a:xfrm>
          <a:prstGeom prst="rect">
            <a:avLst/>
          </a:prstGeom>
          <a:solidFill>
            <a:srgbClr val="1E2D5A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77393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33472" y="213969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Digital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33472" y="241401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certs, online search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809744" y="1719072"/>
            <a:ext cx="2029968" cy="1024128"/>
          </a:xfrm>
          <a:prstGeom prst="rect">
            <a:avLst/>
          </a:prstGeom>
          <a:solidFill>
            <a:srgbClr val="1E2D5A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77393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09744" y="213969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809744" y="241401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+ NSS integration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986016" y="1719072"/>
            <a:ext cx="2029968" cy="1024128"/>
          </a:xfrm>
          <a:prstGeom prst="rect">
            <a:avLst/>
          </a:prstGeom>
          <a:solidFill>
            <a:srgbClr val="1E2D5A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1773936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86016" y="213969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986016" y="241401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57200" y="2907792"/>
            <a:ext cx="8321040" cy="2029968"/>
          </a:xfrm>
          <a:prstGeom prst="rect">
            <a:avLst/>
          </a:prstGeom>
          <a:solidFill>
            <a:srgbClr val="1E2D5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7200" y="309067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800" dirty="0"/>
          </a:p>
        </p:txBody>
      </p:sp>
      <p:sp>
        <p:nvSpPr>
          <p:cNvPr id="24" name="Text 18"/>
          <p:cNvSpPr/>
          <p:nvPr/>
        </p:nvSpPr>
        <p:spPr>
          <a:xfrm>
            <a:off x="457200" y="37673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Kumar (12529159)  ·  Podugu Avinash (12529188)  ·  Medabalini Sai Koti (12509121)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413308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Blood Connect  |  MCA  |  Lovely Professional University  |  Guided by: Dr. Tarandeep Singh Walia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Blood Connect</dc:title>
  <dc:subject>PptxGenJS Presentation</dc:subject>
  <dc:creator>PptxGenJS</dc:creator>
  <cp:lastModifiedBy>PptxGenJS</cp:lastModifiedBy>
  <cp:revision>1</cp:revision>
  <dcterms:created xsi:type="dcterms:W3CDTF">2026-05-13T18:24:42Z</dcterms:created>
  <dcterms:modified xsi:type="dcterms:W3CDTF">2026-05-13T18:24:42Z</dcterms:modified>
</cp:coreProperties>
</file>